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</a:rPr>
              <a:t>Vehicle order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Vehicle sales analysis in Power BI: DAX measures, dashboards and the 7 steps of data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30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report pages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38404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data tables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8404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custom visuals used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0" y="38404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7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analysis steps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Source file: daxformulas.pbix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1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Define the Objective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Ask the business question first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Understand sales performance of classic cars and vehicles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Key questions: how much revenue, which product lines, which regions, which deal sizes?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Choose KPIs: Revenue, Quantity Sold, Total Orders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IN THIS PROJECT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Project: daxformulas.pbix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47472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Revenue, quantity and order KPIs by product line, country and deal size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Vehicle order  |  Power BI Sales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2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Collect the Data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Gather the raw sources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Identify the data sources and import them into Power BI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Confirm grain: one row per order line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Check fields: product line, deal size, location, price, quantity, order date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IN THIS PROJECT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Tables imported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47472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Classic Cars Dataset, Vehicle_order, City_State_Mapping, Combined Dataset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Vehicle order  |  Power BI Sales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3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Clean and Prepare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Make the data trustworthy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Fix data types, duplicates, blanks and inconsistent text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Create helper and summary tables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Add calculated columns such as deal-size groups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IN THIS PROJECT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Prepared tables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47472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Summary Table, Summar Table 2, Add New Colunm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Vehicle order  |  Power BI Sales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4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4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Model the Data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Connect tables so filters flow correctly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Build relationships between fact and lookup tables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Add a Calendar (date) table for time analysis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Create hierarchies for drill-down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IN THIS PROJECT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Model design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47472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Calendar (Year &gt; Quarter &gt; Month &gt; Day); Territory (Country &gt; State &gt; City)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Vehicle order  |  Power BI Sales Analysis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5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5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Analyze with DAX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Turn data into measures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Write reusable measures instead of manual calculations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Segment by deal size: Small, Medium, Large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Use time intelligence and rolling windows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IN THIS PROJECT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Measures built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47472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Revenue, Revenue Contribution %, TOTALYTD / MTD / QTD, Last 3 Months, Last 10 Days, Between Dates, Previous Month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Vehicle order  |  Power BI Sales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6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6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Visualize the Results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Pick the right chart for each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Compare: bar, column, 100% stacked, combo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Part-to-whole: pie, donut, treemap, sunburst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Trends and geography: ribbon, waterfall, map, scatter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IN THIS PROJECT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Report pages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47472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30 pages incl. Executive Dashboard and Customer Dashboard, dark theme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Vehicle order  |  Power BI Sales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7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7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Share and Act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Communicate insights and publish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Present findings and recommendations to stakeholders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Publish the report and document it with a README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Version the project on GitHub and keep improving 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IN THIS PROJECT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Deliverables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47472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daxformulas.pbix, README.md, dashboard screenshots on GitHub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Vehicle order  |  Power BI Sales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order</dc:title>
  <dc:subject>PptxGenJS Presentation</dc:subject>
  <dc:creator>PptxGenJS</dc:creator>
  <cp:lastModifiedBy>PptxGenJS</cp:lastModifiedBy>
  <cp:revision>1</cp:revision>
  <dcterms:created xsi:type="dcterms:W3CDTF">2026-10-03T15:32:18Z</dcterms:created>
  <dcterms:modified xsi:type="dcterms:W3CDTF">2026-10-03T15:32:18Z</dcterms:modified>
</cp:coreProperties>
</file>